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egre-ph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0A0A0C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766560" y="0"/>
            <a:ext cx="1463040" cy="6858000"/>
          </a:xfrm>
          <a:prstGeom prst="rect">
            <a:avLst/>
          </a:prstGeom>
          <a:solidFill>
            <a:srgbClr val="0A0A0C">
              <a:alpha val="90000"/>
            </a:srgbClr>
          </a:solidFill>
          <a:ln/>
        </p:spPr>
      </p:sp>
      <p:pic>
        <p:nvPicPr>
          <p:cNvPr id="5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66928" cy="7498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029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E31E24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502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TORNA.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02920" y="105156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41416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1051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RENOVACIÓ 26/27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4160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B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TERRITORIAL  ·  DORSAL 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5262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DAVID ALEGRE
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ANY MÉS.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502920" y="6172200"/>
            <a:ext cx="54864" cy="384048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3" name="Text 9"/>
          <p:cNvSpPr/>
          <p:nvPr/>
        </p:nvSpPr>
        <p:spPr>
          <a:xfrm>
            <a:off x="713232" y="61447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SEGUEIX VESTINT DE GRUP BARNA.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8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 GRUP BARNA  —  EL CLOT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76200">
            <a:solidFill>
              <a:srgbClr val="E31E24"/>
            </a:solidFill>
            <a:prstDash val="solid"/>
          </a:ln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411480"/>
            <a:ext cx="566928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5029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E31E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02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FITXA RÀPIDA.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RENOVACIÓ 26/27  ·  PRIMERA TERRITORIAL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DAVID ALEGRE, </a:t>
            </a:r>
            <a:pPr indent="0" marL="0">
              <a:buNone/>
            </a:pPr>
            <a:r>
              <a:rPr lang="en-US" sz="30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ANY MÉS AL BARNA.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TEMPORADA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26/27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91840" y="2880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7472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1a TERRITORIAL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080760" y="2880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DORSAL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869680" y="2880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5256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5256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RENOVAT ✓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02920" y="4846320"/>
            <a:ext cx="54864" cy="10058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48463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“Continuem construint equip des de la base. Cada renovació és un pas més cap a un club que no deixa ningú enrere.”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CB Grup Barna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 GRUP BARNA  —  EL CLOT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2026-07-24T17:58:08Z</dcterms:created>
  <dcterms:modified xsi:type="dcterms:W3CDTF">2026-07-24T17:58:08Z</dcterms:modified>
</cp:coreProperties>
</file>