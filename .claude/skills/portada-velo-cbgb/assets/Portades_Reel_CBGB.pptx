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5486400" cy="9753905"/>
  <p:notesSz cx="9753905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20" y="223520"/>
            <a:ext cx="5039360" cy="9306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0" y="7620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31E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PLANTILLA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06400" y="11176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PORTADES</a:t>
            </a:r>
            <a:endParaRPr lang="en-US" sz="6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 REEL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06400" y="3860800"/>
            <a:ext cx="4673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L'aparador que decideix si un no-seguidor et segueix.
</a:t>
            </a:r>
            <a:pPr algn="l" indent="0" marL="0">
              <a:lnSpc>
                <a:spcPct val="110000"/>
              </a:lnSpc>
              <a:buNone/>
            </a:pPr>
            <a:r>
              <a:rPr lang="en-US" sz="136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portada, sempre amb: </a:t>
            </a:r>
            <a:endParaRPr lang="en-US" sz="1520" dirty="0"/>
          </a:p>
        </p:txBody>
      </p:sp>
      <p:sp>
        <p:nvSpPr>
          <p:cNvPr id="7" name="Text 4"/>
          <p:cNvSpPr/>
          <p:nvPr/>
        </p:nvSpPr>
        <p:spPr>
          <a:xfrm>
            <a:off x="406400" y="50800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28600" indent="-228600">
              <a:spcAft>
                <a:spcPts val="640"/>
              </a:spcAft>
              <a:buSzPct val="100000"/>
              <a:buChar char="•"/>
            </a:pPr>
            <a:r>
              <a:rPr lang="en-US" sz="13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 roig sobre la foto (foto real del club, mai IA)</a:t>
            </a:r>
            <a:endParaRPr lang="en-US" sz="1360" dirty="0"/>
          </a:p>
          <a:p>
            <a:pPr algn="l" marL="228600" indent="-228600">
              <a:spcAft>
                <a:spcPts val="640"/>
              </a:spcAft>
              <a:buSzPct val="100000"/>
              <a:buChar char="•"/>
            </a:pPr>
            <a:r>
              <a:rPr lang="en-US" sz="13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Línia roja al voltant (marc roig obligatori)</a:t>
            </a:r>
            <a:endParaRPr lang="en-US" sz="1360" dirty="0"/>
          </a:p>
          <a:p>
            <a:pPr algn="l" marL="228600" indent="-228600">
              <a:spcAft>
                <a:spcPts val="640"/>
              </a:spcAft>
              <a:buSzPct val="100000"/>
              <a:buChar char="•"/>
            </a:pPr>
            <a:r>
              <a:rPr lang="en-US" sz="13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Escut oficial a dalt a la dreta</a:t>
            </a:r>
            <a:endParaRPr lang="en-US" sz="1360" dirty="0"/>
          </a:p>
          <a:p>
            <a:pPr algn="l" marL="228600" indent="-228600">
              <a:spcAft>
                <a:spcPts val="640"/>
              </a:spcAft>
              <a:buSzPct val="100000"/>
              <a:buChar char="•"/>
            </a:pPr>
            <a:r>
              <a:rPr lang="en-US" sz="13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Etiqueta-ganxo a dalt a l'esquerra</a:t>
            </a:r>
            <a:endParaRPr lang="en-US" sz="1360" dirty="0"/>
          </a:p>
          <a:p>
            <a:pPr algn="l" marL="228600" indent="-228600">
              <a:spcAft>
                <a:spcPts val="640"/>
              </a:spcAft>
              <a:buSzPct val="100000"/>
              <a:buChar char="•"/>
            </a:pPr>
            <a:r>
              <a:rPr lang="en-US" sz="13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Títol Bebas gran, alineat a l'esquerra, dins la franja central</a:t>
            </a:r>
            <a:endParaRPr lang="en-US" sz="1360" dirty="0"/>
          </a:p>
          <a:p>
            <a:pPr algn="l" marL="228600" indent="-228600">
              <a:spcAft>
                <a:spcPts val="640"/>
              </a:spcAft>
              <a:buSzPct val="100000"/>
              <a:buChar char="•"/>
            </a:pPr>
            <a:r>
              <a:rPr lang="en-US" sz="13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Firma fixa: CB GRUP BARNA · EL CLOT</a:t>
            </a:r>
            <a:endParaRPr lang="en-US" sz="1360" dirty="0"/>
          </a:p>
        </p:txBody>
      </p:sp>
      <p:sp>
        <p:nvSpPr>
          <p:cNvPr id="8" name="Text 5"/>
          <p:cNvSpPr/>
          <p:nvPr/>
        </p:nvSpPr>
        <p:spPr>
          <a:xfrm>
            <a:off x="406400" y="8178800"/>
            <a:ext cx="467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 una de les 3 portades següents i canvia foto, etiqueta i títol.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CLOT</a:t>
            </a:r>
            <a:endParaRPr lang="en-US" sz="1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20" y="223520"/>
            <a:ext cx="5039360" cy="9306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0" y="355600"/>
            <a:ext cx="3149600" cy="426720"/>
          </a:xfrm>
          <a:prstGeom prst="rect">
            <a:avLst/>
          </a:prstGeom>
          <a:solidFill>
            <a:srgbClr val="E31E24"/>
          </a:solidFill>
          <a:ln/>
        </p:spPr>
        <p:txBody>
          <a:bodyPr wrap="square" lIns="50800" tIns="177800" rIns="177800" bIns="50800" rtlCol="0" anchor="ctr"/>
          <a:lstStyle/>
          <a:p>
            <a:pPr algn="l" indent="0" marL="0">
              <a:buNone/>
            </a:pPr>
            <a:r>
              <a:rPr lang="en-US" sz="264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DUES ESTRELLES.</a:t>
            </a:r>
            <a:endParaRPr lang="en-US" sz="2640" dirty="0"/>
          </a:p>
        </p:txBody>
      </p:sp>
      <p:sp>
        <p:nvSpPr>
          <p:cNvPr id="5" name="Text 2"/>
          <p:cNvSpPr/>
          <p:nvPr/>
        </p:nvSpPr>
        <p:spPr>
          <a:xfrm>
            <a:off x="406400" y="1016000"/>
            <a:ext cx="1066800" cy="264160"/>
          </a:xfrm>
          <a:prstGeom prst="rect">
            <a:avLst/>
          </a:prstGeom>
          <a:solidFill>
            <a:srgbClr val="0A0A0C"/>
          </a:solidFill>
          <a:ln/>
        </p:spPr>
        <p:txBody>
          <a:bodyPr wrap="square" lIns="25400" tIns="152400" rIns="152400" bIns="25400" rtlCol="0" anchor="ctr"/>
          <a:lstStyle/>
          <a:p>
            <a:pPr algn="l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MUNDIAL 2026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406400" y="28448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SUBCAMPIONES I CAMPIONS DEL MÓN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400" y="31496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FELICITATS</a:t>
            </a:r>
            <a:endParaRPr lang="en-US" sz="6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ELLES,</a:t>
            </a:r>
            <a:endParaRPr lang="en-US" sz="6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 A ELLS!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406400" y="5862320"/>
            <a:ext cx="60960" cy="32512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9" name="Text 6"/>
          <p:cNvSpPr/>
          <p:nvPr/>
        </p:nvSpPr>
        <p:spPr>
          <a:xfrm>
            <a:off x="579120" y="5842000"/>
            <a:ext cx="450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DOBLE HISTÒRIA AL MUNDIAL.</a:t>
            </a:r>
            <a:endParaRPr lang="en-US" sz="2480" dirty="0"/>
          </a:p>
        </p:txBody>
      </p:sp>
      <p:sp>
        <p:nvSpPr>
          <p:cNvPr id="10" name="Text 7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CLOT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20" y="223520"/>
            <a:ext cx="5039360" cy="9306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0" y="355600"/>
            <a:ext cx="3149600" cy="426720"/>
          </a:xfrm>
          <a:prstGeom prst="rect">
            <a:avLst/>
          </a:prstGeom>
          <a:solidFill>
            <a:srgbClr val="E31E24"/>
          </a:solidFill>
          <a:ln/>
        </p:spPr>
        <p:txBody>
          <a:bodyPr wrap="square" lIns="50800" tIns="177800" rIns="177800" bIns="50800" rtlCol="0" anchor="ctr"/>
          <a:lstStyle/>
          <a:p>
            <a:pPr algn="l" indent="0" marL="0">
              <a:buNone/>
            </a:pPr>
            <a:r>
              <a:rPr lang="en-US" sz="264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JA LA CONEIXEU.</a:t>
            </a:r>
            <a:endParaRPr lang="en-US" sz="2640" dirty="0"/>
          </a:p>
        </p:txBody>
      </p:sp>
      <p:sp>
        <p:nvSpPr>
          <p:cNvPr id="5" name="Text 2"/>
          <p:cNvSpPr/>
          <p:nvPr/>
        </p:nvSpPr>
        <p:spPr>
          <a:xfrm>
            <a:off x="406400" y="1016000"/>
            <a:ext cx="1066800" cy="264160"/>
          </a:xfrm>
          <a:prstGeom prst="rect">
            <a:avLst/>
          </a:prstGeom>
          <a:solidFill>
            <a:srgbClr val="0A0A0C"/>
          </a:solidFill>
          <a:ln/>
        </p:spPr>
        <p:txBody>
          <a:bodyPr wrap="square" lIns="25400" tIns="152400" rIns="152400" bIns="25400" rtlCol="0" anchor="ctr"/>
          <a:lstStyle/>
          <a:p>
            <a:pPr algn="l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CAP. 01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406400" y="31496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RENOVACIÓ QUE PUJA DE NIVELL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400" y="34544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ENDEVINA</a:t>
            </a:r>
            <a:endParaRPr lang="en-US" sz="6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QUI RENOVA</a:t>
            </a:r>
            <a:endParaRPr lang="en-US" sz="60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 PUJA A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06400" y="5994400"/>
            <a:ext cx="2844800" cy="487680"/>
          </a:xfrm>
          <a:prstGeom prst="rect">
            <a:avLst/>
          </a:prstGeom>
          <a:solidFill>
            <a:srgbClr val="E31E24"/>
          </a:solidFill>
          <a:ln/>
        </p:spPr>
        <p:txBody>
          <a:bodyPr wrap="square" lIns="50800" tIns="254000" rIns="254000" bIns="50800" rtlCol="0" anchor="ctr"/>
          <a:lstStyle/>
          <a:p>
            <a:pPr algn="l" indent="0" marL="0">
              <a:buNone/>
            </a:pPr>
            <a:r>
              <a:rPr lang="en-US" sz="312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SUPERCOPA.</a:t>
            </a:r>
            <a:endParaRPr lang="en-US" sz="3120" dirty="0"/>
          </a:p>
        </p:txBody>
      </p:sp>
      <p:sp>
        <p:nvSpPr>
          <p:cNvPr id="9" name="Text 6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CLOT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520" y="223520"/>
            <a:ext cx="5039360" cy="9306560"/>
          </a:xfrm>
          <a:prstGeom prst="rect">
            <a:avLst/>
          </a:prstGeom>
          <a:ln w="38100">
            <a:solidFill>
              <a:srgbClr val="E31E24"/>
            </a:solidFill>
            <a:prstDash val="solid"/>
          </a:ln>
        </p:spPr>
      </p:sp>
      <p:pic>
        <p:nvPicPr>
          <p:cNvPr id="3" name="Image 0" descr="img/es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16" y="447040"/>
            <a:ext cx="557784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0" y="355600"/>
            <a:ext cx="3149600" cy="426720"/>
          </a:xfrm>
          <a:prstGeom prst="rect">
            <a:avLst/>
          </a:prstGeom>
          <a:solidFill>
            <a:srgbClr val="E31E24"/>
          </a:solidFill>
          <a:ln/>
        </p:spPr>
        <p:txBody>
          <a:bodyPr wrap="square" lIns="50800" tIns="177800" rIns="177800" bIns="50800" rtlCol="0" anchor="ctr"/>
          <a:lstStyle/>
          <a:p>
            <a:pPr algn="l" indent="0" marL="0">
              <a:buNone/>
            </a:pPr>
            <a:r>
              <a:rPr lang="en-US" sz="264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EL BATEC DEL CLOT.</a:t>
            </a:r>
            <a:endParaRPr lang="en-US" sz="2640" dirty="0"/>
          </a:p>
        </p:txBody>
      </p:sp>
      <p:sp>
        <p:nvSpPr>
          <p:cNvPr id="5" name="Text 2"/>
          <p:cNvSpPr/>
          <p:nvPr/>
        </p:nvSpPr>
        <p:spPr>
          <a:xfrm>
            <a:off x="406400" y="1016000"/>
            <a:ext cx="1066800" cy="264160"/>
          </a:xfrm>
          <a:prstGeom prst="rect">
            <a:avLst/>
          </a:prstGeom>
          <a:solidFill>
            <a:srgbClr val="0A0A0C"/>
          </a:solidFill>
          <a:ln/>
        </p:spPr>
        <p:txBody>
          <a:bodyPr wrap="square" lIns="25400" tIns="152400" rIns="152400" bIns="25400" rtlCol="0" anchor="ctr"/>
          <a:lstStyle/>
          <a:p>
            <a:pPr algn="l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CAP. 01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406400" y="4572000"/>
            <a:ext cx="4673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9BBB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SÈRIE · LA GENT DE CASA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400" y="4876800"/>
            <a:ext cx="46736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52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PARTITS,</a:t>
            </a:r>
            <a:endParaRPr lang="en-US" sz="552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52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JUGADES,</a:t>
            </a:r>
            <a:endParaRPr lang="en-US" sz="552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52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CADA DIA.</a:t>
            </a:r>
            <a:endParaRPr lang="en-US" sz="5520" dirty="0"/>
          </a:p>
        </p:txBody>
      </p:sp>
      <p:sp>
        <p:nvSpPr>
          <p:cNvPr id="8" name="Shape 5"/>
          <p:cNvSpPr/>
          <p:nvPr/>
        </p:nvSpPr>
        <p:spPr>
          <a:xfrm>
            <a:off x="406400" y="7335520"/>
            <a:ext cx="60960" cy="32512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9" name="Text 6"/>
          <p:cNvSpPr/>
          <p:nvPr/>
        </p:nvSpPr>
        <p:spPr>
          <a:xfrm>
            <a:off x="579120" y="7315200"/>
            <a:ext cx="450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8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AQUÍ, TAMBÉ.</a:t>
            </a:r>
            <a:endParaRPr lang="en-US" sz="2480" dirty="0"/>
          </a:p>
        </p:txBody>
      </p:sp>
      <p:sp>
        <p:nvSpPr>
          <p:cNvPr id="10" name="Text 7"/>
          <p:cNvSpPr/>
          <p:nvPr/>
        </p:nvSpPr>
        <p:spPr>
          <a:xfrm>
            <a:off x="406400" y="8991600"/>
            <a:ext cx="467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CB GRUP BARNA · EL CLOT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2026-07-24T11:28:52Z</dcterms:created>
  <dcterms:modified xsi:type="dcterms:W3CDTF">2026-07-24T11:28:52Z</dcterms:modified>
</cp:coreProperties>
</file>