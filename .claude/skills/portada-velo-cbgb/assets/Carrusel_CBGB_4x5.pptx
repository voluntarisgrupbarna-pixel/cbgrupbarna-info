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720" y="172720"/>
            <a:ext cx="5140960" cy="6512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387" y="355600"/>
            <a:ext cx="483413" cy="66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5600" y="4064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TRÍADA INVISIBLE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55600" y="762000"/>
            <a:ext cx="457200" cy="5080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6" name="Text 3"/>
          <p:cNvSpPr/>
          <p:nvPr/>
        </p:nvSpPr>
        <p:spPr>
          <a:xfrm>
            <a:off x="4470400" y="355600"/>
            <a:ext cx="304800" cy="254000"/>
          </a:xfrm>
          <a:prstGeom prst="rect">
            <a:avLst/>
          </a:prstGeom>
          <a:solidFill>
            <a:srgbClr val="2222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1/6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355600" y="1676400"/>
            <a:ext cx="35560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4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PER QUÈ
ALGUNES
JUGADORES
</a:t>
            </a:r>
            <a:endParaRPr lang="en-US" sz="384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84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ES LESIONEN MÉS?</a:t>
            </a:r>
            <a:endParaRPr lang="en-US" sz="3840" dirty="0"/>
          </a:p>
        </p:txBody>
      </p:sp>
      <p:sp>
        <p:nvSpPr>
          <p:cNvPr id="8" name="Shape 5"/>
          <p:cNvSpPr/>
          <p:nvPr/>
        </p:nvSpPr>
        <p:spPr>
          <a:xfrm>
            <a:off x="355600" y="4572000"/>
            <a:ext cx="457200" cy="5080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9" name="Text 6"/>
          <p:cNvSpPr/>
          <p:nvPr/>
        </p:nvSpPr>
        <p:spPr>
          <a:xfrm>
            <a:off x="355600" y="4775200"/>
            <a:ext cx="314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gairebé ningú es pregunta per què.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5600" y="58420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80" spc="10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LA RESPOSTA ÉS A L'ÚLTIMA DIAPOSITIVA </a:t>
            </a:r>
            <a:pPr algn="l" indent="0" marL="0">
              <a:buNone/>
            </a:pPr>
            <a:r>
              <a:rPr lang="en-US" sz="184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720" y="172720"/>
            <a:ext cx="5140960" cy="6512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7387" y="355600"/>
            <a:ext cx="483413" cy="66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5600" y="4064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TRÍADA INVISIBLE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55600" y="762000"/>
            <a:ext cx="457200" cy="5080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6" name="Text 3"/>
          <p:cNvSpPr/>
          <p:nvPr/>
        </p:nvSpPr>
        <p:spPr>
          <a:xfrm>
            <a:off x="4470400" y="355600"/>
            <a:ext cx="304800" cy="254000"/>
          </a:xfrm>
          <a:prstGeom prst="rect">
            <a:avLst/>
          </a:prstGeom>
          <a:solidFill>
            <a:srgbClr val="2222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2/6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355600" y="1524000"/>
            <a:ext cx="47752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EL TITULAR
</a:t>
            </a:r>
            <a:endParaRPr lang="en-US" sz="36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8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 LA IDEA</a:t>
            </a:r>
            <a:endParaRPr lang="en-US" sz="3680" dirty="0"/>
          </a:p>
        </p:txBody>
      </p:sp>
      <p:sp>
        <p:nvSpPr>
          <p:cNvPr id="8" name="Shape 5"/>
          <p:cNvSpPr/>
          <p:nvPr/>
        </p:nvSpPr>
        <p:spPr>
          <a:xfrm>
            <a:off x="355600" y="3251200"/>
            <a:ext cx="457200" cy="5080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9" name="Text 6"/>
          <p:cNvSpPr/>
          <p:nvPr/>
        </p:nvSpPr>
        <p:spPr>
          <a:xfrm>
            <a:off x="355600" y="3505200"/>
            <a:ext cx="47752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 de text del punt: una idea per diapositiva, curta i clara. Aquí desenvolupes l'argument sense competir amb el titular. Acaba amb ganxo per passar a la següent.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5600" y="59436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2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CONTINUA </a:t>
            </a:r>
            <a:pPr algn="l" indent="0" marL="0">
              <a:buNone/>
            </a:pPr>
            <a:r>
              <a:rPr lang="en-US" sz="1680" b="1" dirty="0">
                <a:solidFill>
                  <a:srgbClr val="E31E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600" y="7620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spc="800" kern="0" dirty="0">
                <a:solidFill>
                  <a:srgbClr val="0A0A0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SÈNIOR A MASCULÍ</a:t>
            </a:r>
            <a:endParaRPr lang="en-US" sz="2560" dirty="0"/>
          </a:p>
        </p:txBody>
      </p:sp>
      <p:sp>
        <p:nvSpPr>
          <p:cNvPr id="3" name="Text 1"/>
          <p:cNvSpPr/>
          <p:nvPr/>
        </p:nvSpPr>
        <p:spPr>
          <a:xfrm>
            <a:off x="355600" y="457200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spc="600" kern="0" dirty="0">
                <a:solidFill>
                  <a:srgbClr val="5555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TEMPORADA 26·27</a:t>
            </a:r>
            <a:endParaRPr lang="en-US" sz="1040" dirty="0"/>
          </a:p>
        </p:txBody>
      </p:sp>
      <p:pic>
        <p:nvPicPr>
          <p:cNvPr id="4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387" y="355600"/>
            <a:ext cx="483413" cy="66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70400" y="355600"/>
            <a:ext cx="304800" cy="254000"/>
          </a:xfrm>
          <a:prstGeom prst="rect">
            <a:avLst/>
          </a:prstGeom>
          <a:solidFill>
            <a:srgbClr val="2222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1/6</a:t>
            </a:r>
            <a:endParaRPr lang="en-US" sz="1040" dirty="0"/>
          </a:p>
        </p:txBody>
      </p:sp>
      <p:sp>
        <p:nvSpPr>
          <p:cNvPr id="6" name="Text 3"/>
          <p:cNvSpPr/>
          <p:nvPr/>
        </p:nvSpPr>
        <p:spPr>
          <a:xfrm>
            <a:off x="-50800" y="1168400"/>
            <a:ext cx="36576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40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SUPER</a:t>
            </a:r>
            <a:endParaRPr lang="en-US" sz="14400" dirty="0"/>
          </a:p>
        </p:txBody>
      </p:sp>
      <p:sp>
        <p:nvSpPr>
          <p:cNvPr id="7" name="Text 4"/>
          <p:cNvSpPr/>
          <p:nvPr/>
        </p:nvSpPr>
        <p:spPr>
          <a:xfrm>
            <a:off x="-50800" y="3251200"/>
            <a:ext cx="365760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40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COPA</a:t>
            </a:r>
            <a:endParaRPr lang="en-US" sz="14400" dirty="0"/>
          </a:p>
        </p:txBody>
      </p:sp>
      <p:sp>
        <p:nvSpPr>
          <p:cNvPr id="8" name="Shape 5"/>
          <p:cNvSpPr/>
          <p:nvPr/>
        </p:nvSpPr>
        <p:spPr>
          <a:xfrm>
            <a:off x="1828800" y="1524000"/>
            <a:ext cx="3149600" cy="4572000"/>
          </a:xfrm>
          <a:prstGeom prst="rect">
            <a:avLst/>
          </a:prstGeom>
          <a:solidFill>
            <a:srgbClr val="000000">
              <a:alpha val="30000"/>
            </a:srgbClr>
          </a:solidFill>
          <a:ln w="19050">
            <a:solidFill>
              <a:srgbClr val="999999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828800" y="1524000"/>
            <a:ext cx="3149600" cy="4572000"/>
          </a:xfrm>
          <a:prstGeom prst="rect">
            <a:avLst/>
          </a:prstGeom>
          <a:noFill/>
          <a:ln/>
        </p:spPr>
        <p:txBody>
          <a:bodyPr wrap="square" lIns="1411" tIns="1411" rIns="1411" bIns="141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 Retall jugador (PNG sense fons) DAVANT de SUPERCOPA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5600" y="5689600"/>
            <a:ext cx="4775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384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CARLOS
</a:t>
            </a:r>
            <a:endParaRPr lang="en-US" sz="384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2560" dirty="0">
                <a:solidFill>
                  <a:srgbClr val="0A0A0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RODRÍGUEZ DE LA HERA</a:t>
            </a:r>
            <a:endParaRPr lang="en-US" sz="3840" dirty="0"/>
          </a:p>
        </p:txBody>
      </p:sp>
      <p:sp>
        <p:nvSpPr>
          <p:cNvPr id="11" name="Text 8"/>
          <p:cNvSpPr/>
          <p:nvPr/>
        </p:nvSpPr>
        <p:spPr>
          <a:xfrm>
            <a:off x="355600" y="6553200"/>
            <a:ext cx="47752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spc="300" kern="0" dirty="0">
                <a:solidFill>
                  <a:srgbClr val="5555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AL BARNA · NOU FITXATGE 26/27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60400"/>
            <a:ext cx="42672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A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 Substitueix el fons per la FOTO del fitxatge (retall a sang, mirada a càmera, llum lateral)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152400" y="3505200"/>
            <a:ext cx="2235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80" b="1" spc="300" kern="0" dirty="0">
                <a:solidFill>
                  <a:srgbClr val="C7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MARTIN</a:t>
            </a:r>
            <a:endParaRPr lang="en-US" sz="2880" dirty="0"/>
          </a:p>
        </p:txBody>
      </p:sp>
      <p:pic>
        <p:nvPicPr>
          <p:cNvPr id="4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212" y="3662680"/>
            <a:ext cx="475976" cy="65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98800" y="3505200"/>
            <a:ext cx="2235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80" b="1" spc="300" kern="0" dirty="0">
                <a:solidFill>
                  <a:srgbClr val="C7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ÉS BARNA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355600" y="6350000"/>
            <a:ext cx="477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spc="400" kern="0" dirty="0">
                <a:solidFill>
                  <a:srgbClr val="8A6E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BENVINGUT AL CLOT · NOU FITXATGE · TEMPORADA 26·27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2026-07-24T12:29:12Z</dcterms:created>
  <dcterms:modified xsi:type="dcterms:W3CDTF">2026-07-24T12:29:12Z</dcterms:modified>
</cp:coreProperties>
</file>