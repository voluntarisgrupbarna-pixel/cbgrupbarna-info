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5486400" cy="9753905"/>
  <p:notesSz cx="9753905" cy="5486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3520" y="223520"/>
            <a:ext cx="5039360" cy="9306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400" y="762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PLANTILLES · FORMAT 9:16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6400" y="11684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REELS,</a:t>
            </a:r>
            <a:endParaRPr lang="en-US" sz="52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ENTRENADOR,</a:t>
            </a:r>
            <a:endParaRPr lang="en-US" sz="52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SÈNIOR B,</a:t>
            </a:r>
            <a:endParaRPr lang="en-US" sz="52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EVENT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406400" y="56896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4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Duplica la plantilla que necessitis i canvia foto, etiqueta i títol. Els fons artístics (pissarra, humo, cognom gegant) es completen amb el retall del/de la protagonista sense fons.</a:t>
            </a:r>
            <a:endParaRPr lang="en-US" sz="1440" dirty="0"/>
          </a:p>
        </p:txBody>
      </p:sp>
      <p:sp>
        <p:nvSpPr>
          <p:cNvPr id="7" name="Text 4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2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CLOT</a:t>
            </a:r>
            <a:endParaRPr lang="en-US" sz="15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3520" y="223520"/>
            <a:ext cx="5039360" cy="9306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400" y="355600"/>
            <a:ext cx="3251200" cy="426720"/>
          </a:xfrm>
          <a:prstGeom prst="rect">
            <a:avLst/>
          </a:prstGeom>
          <a:solidFill>
            <a:srgbClr val="E31E24"/>
          </a:solidFill>
          <a:ln/>
        </p:spPr>
        <p:txBody>
          <a:bodyPr wrap="square" lIns="50800" tIns="177800" rIns="177800" bIns="50800" rtlCol="0" anchor="ctr"/>
          <a:lstStyle/>
          <a:p>
            <a:pPr algn="l" indent="0" marL="0">
              <a:buNone/>
            </a:pPr>
            <a:r>
              <a:rPr lang="en-US" sz="264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DUES ESTRELLES.</a:t>
            </a:r>
            <a:endParaRPr lang="en-US" sz="2640" dirty="0"/>
          </a:p>
        </p:txBody>
      </p:sp>
      <p:sp>
        <p:nvSpPr>
          <p:cNvPr id="5" name="Text 2"/>
          <p:cNvSpPr/>
          <p:nvPr/>
        </p:nvSpPr>
        <p:spPr>
          <a:xfrm>
            <a:off x="406400" y="1016000"/>
            <a:ext cx="1168400" cy="264160"/>
          </a:xfrm>
          <a:prstGeom prst="rect">
            <a:avLst/>
          </a:prstGeom>
          <a:solidFill>
            <a:srgbClr val="0A0A0C"/>
          </a:solidFill>
          <a:ln/>
        </p:spPr>
        <p:txBody>
          <a:bodyPr wrap="square" lIns="25400" tIns="152400" rIns="152400" bIns="25400" rtlCol="0" anchor="ctr"/>
          <a:lstStyle/>
          <a:p>
            <a:pPr algn="l" indent="0" marL="0">
              <a:buNone/>
            </a:pPr>
            <a:r>
              <a:rPr lang="en-US" sz="16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MUNDIAL 2026</a:t>
            </a:r>
            <a:endParaRPr lang="en-US" sz="1680" dirty="0"/>
          </a:p>
        </p:txBody>
      </p:sp>
      <p:sp>
        <p:nvSpPr>
          <p:cNvPr id="6" name="Text 3"/>
          <p:cNvSpPr/>
          <p:nvPr/>
        </p:nvSpPr>
        <p:spPr>
          <a:xfrm>
            <a:off x="406400" y="28448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SUBCAMPIONES I CAMPIONS DEL MÓN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06400" y="31496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FELICITATS</a:t>
            </a:r>
            <a:endParaRPr lang="en-US" sz="6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 ELLES,</a:t>
            </a:r>
            <a:endParaRPr lang="en-US" sz="6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 A ELLS!</a:t>
            </a:r>
            <a:endParaRPr lang="en-US" sz="6000" dirty="0"/>
          </a:p>
        </p:txBody>
      </p:sp>
      <p:sp>
        <p:nvSpPr>
          <p:cNvPr id="8" name="Shape 5"/>
          <p:cNvSpPr/>
          <p:nvPr/>
        </p:nvSpPr>
        <p:spPr>
          <a:xfrm>
            <a:off x="406400" y="5862320"/>
            <a:ext cx="60960" cy="3251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579120" y="5842000"/>
            <a:ext cx="450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DOBLE HISTÒRIA AL MUNDIAL.</a:t>
            </a:r>
            <a:endParaRPr lang="en-US" sz="2480" dirty="0"/>
          </a:p>
        </p:txBody>
      </p:sp>
      <p:sp>
        <p:nvSpPr>
          <p:cNvPr id="10" name="Text 7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2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CLOT</a:t>
            </a:r>
            <a:endParaRPr lang="en-US" sz="15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3520" y="223520"/>
            <a:ext cx="5039360" cy="9306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400" y="355600"/>
            <a:ext cx="3251200" cy="426720"/>
          </a:xfrm>
          <a:prstGeom prst="rect">
            <a:avLst/>
          </a:prstGeom>
          <a:solidFill>
            <a:srgbClr val="E31E24"/>
          </a:solidFill>
          <a:ln/>
        </p:spPr>
        <p:txBody>
          <a:bodyPr wrap="square" lIns="50800" tIns="177800" rIns="177800" bIns="50800" rtlCol="0" anchor="ctr"/>
          <a:lstStyle/>
          <a:p>
            <a:pPr algn="l" indent="0" marL="0">
              <a:buNone/>
            </a:pPr>
            <a:r>
              <a:rPr lang="en-US" sz="264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JA LA CONEIXEU.</a:t>
            </a:r>
            <a:endParaRPr lang="en-US" sz="2640" dirty="0"/>
          </a:p>
        </p:txBody>
      </p:sp>
      <p:sp>
        <p:nvSpPr>
          <p:cNvPr id="5" name="Text 2"/>
          <p:cNvSpPr/>
          <p:nvPr/>
        </p:nvSpPr>
        <p:spPr>
          <a:xfrm>
            <a:off x="406400" y="1016000"/>
            <a:ext cx="1168400" cy="264160"/>
          </a:xfrm>
          <a:prstGeom prst="rect">
            <a:avLst/>
          </a:prstGeom>
          <a:solidFill>
            <a:srgbClr val="0A0A0C"/>
          </a:solidFill>
          <a:ln/>
        </p:spPr>
        <p:txBody>
          <a:bodyPr wrap="square" lIns="25400" tIns="152400" rIns="152400" bIns="25400" rtlCol="0" anchor="ctr"/>
          <a:lstStyle/>
          <a:p>
            <a:pPr algn="l" indent="0" marL="0">
              <a:buNone/>
            </a:pPr>
            <a:r>
              <a:rPr lang="en-US" sz="16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CAP. 01</a:t>
            </a:r>
            <a:endParaRPr lang="en-US" sz="1680" dirty="0"/>
          </a:p>
        </p:txBody>
      </p:sp>
      <p:sp>
        <p:nvSpPr>
          <p:cNvPr id="6" name="Text 3"/>
          <p:cNvSpPr/>
          <p:nvPr/>
        </p:nvSpPr>
        <p:spPr>
          <a:xfrm>
            <a:off x="406400" y="31496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RENOVACIÓ QUE PUJA DE NIVELL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06400" y="34544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ENDEVINA</a:t>
            </a:r>
            <a:endParaRPr lang="en-US" sz="6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QUI RENOVA</a:t>
            </a:r>
            <a:endParaRPr lang="en-US" sz="6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I PUJA A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406400" y="5994400"/>
            <a:ext cx="2844800" cy="487680"/>
          </a:xfrm>
          <a:prstGeom prst="rect">
            <a:avLst/>
          </a:prstGeom>
          <a:solidFill>
            <a:srgbClr val="E31E24"/>
          </a:solidFill>
          <a:ln/>
        </p:spPr>
        <p:txBody>
          <a:bodyPr wrap="square" lIns="50800" tIns="254000" rIns="254000" bIns="50800" rtlCol="0" anchor="ctr"/>
          <a:lstStyle/>
          <a:p>
            <a:pPr algn="l" indent="0" marL="0">
              <a:buNone/>
            </a:pPr>
            <a:r>
              <a:rPr lang="en-US" sz="312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SUPERCOPA.</a:t>
            </a:r>
            <a:endParaRPr lang="en-US" sz="3120" dirty="0"/>
          </a:p>
        </p:txBody>
      </p:sp>
      <p:sp>
        <p:nvSpPr>
          <p:cNvPr id="9" name="Text 6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2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CLOT</a:t>
            </a:r>
            <a:endParaRPr lang="en-US" sz="15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3520" y="223520"/>
            <a:ext cx="5039360" cy="9306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400" y="355600"/>
            <a:ext cx="3251200" cy="426720"/>
          </a:xfrm>
          <a:prstGeom prst="rect">
            <a:avLst/>
          </a:prstGeom>
          <a:solidFill>
            <a:srgbClr val="E31E24"/>
          </a:solidFill>
          <a:ln/>
        </p:spPr>
        <p:txBody>
          <a:bodyPr wrap="square" lIns="50800" tIns="177800" rIns="177800" bIns="50800" rtlCol="0" anchor="ctr"/>
          <a:lstStyle/>
          <a:p>
            <a:pPr algn="l" indent="0" marL="0">
              <a:buNone/>
            </a:pPr>
            <a:r>
              <a:rPr lang="en-US" sz="264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EL BATEC DEL CLOT.</a:t>
            </a:r>
            <a:endParaRPr lang="en-US" sz="2640" dirty="0"/>
          </a:p>
        </p:txBody>
      </p:sp>
      <p:sp>
        <p:nvSpPr>
          <p:cNvPr id="5" name="Text 2"/>
          <p:cNvSpPr/>
          <p:nvPr/>
        </p:nvSpPr>
        <p:spPr>
          <a:xfrm>
            <a:off x="406400" y="1016000"/>
            <a:ext cx="1168400" cy="264160"/>
          </a:xfrm>
          <a:prstGeom prst="rect">
            <a:avLst/>
          </a:prstGeom>
          <a:solidFill>
            <a:srgbClr val="0A0A0C"/>
          </a:solidFill>
          <a:ln/>
        </p:spPr>
        <p:txBody>
          <a:bodyPr wrap="square" lIns="25400" tIns="152400" rIns="152400" bIns="25400" rtlCol="0" anchor="ctr"/>
          <a:lstStyle/>
          <a:p>
            <a:pPr algn="l" indent="0" marL="0">
              <a:buNone/>
            </a:pPr>
            <a:r>
              <a:rPr lang="en-US" sz="16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CAP. 01</a:t>
            </a:r>
            <a:endParaRPr lang="en-US" sz="1680" dirty="0"/>
          </a:p>
        </p:txBody>
      </p:sp>
      <p:sp>
        <p:nvSpPr>
          <p:cNvPr id="6" name="Text 3"/>
          <p:cNvSpPr/>
          <p:nvPr/>
        </p:nvSpPr>
        <p:spPr>
          <a:xfrm>
            <a:off x="406400" y="4572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SÈRIE · LA GENT DE CASA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06400" y="48768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52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PARTITS,</a:t>
            </a:r>
            <a:endParaRPr lang="en-US" sz="552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52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JUGADES,</a:t>
            </a:r>
            <a:endParaRPr lang="en-US" sz="552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552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CADA DIA.</a:t>
            </a:r>
            <a:endParaRPr lang="en-US" sz="5520" dirty="0"/>
          </a:p>
        </p:txBody>
      </p:sp>
      <p:sp>
        <p:nvSpPr>
          <p:cNvPr id="8" name="Shape 5"/>
          <p:cNvSpPr/>
          <p:nvPr/>
        </p:nvSpPr>
        <p:spPr>
          <a:xfrm>
            <a:off x="406400" y="7335520"/>
            <a:ext cx="60960" cy="3251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579120" y="7315200"/>
            <a:ext cx="450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AQUÍ, TAMBÉ.</a:t>
            </a:r>
            <a:endParaRPr lang="en-US" sz="2480" dirty="0"/>
          </a:p>
        </p:txBody>
      </p:sp>
      <p:sp>
        <p:nvSpPr>
          <p:cNvPr id="10" name="Text 7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2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CLOT</a:t>
            </a:r>
            <a:endParaRPr lang="en-US" sz="15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000" y="2133600"/>
            <a:ext cx="2844800" cy="5334000"/>
          </a:xfrm>
          <a:prstGeom prst="rect">
            <a:avLst/>
          </a:prstGeom>
          <a:solidFill>
            <a:srgbClr val="000000">
              <a:alpha val="40000"/>
            </a:srgbClr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524000" y="2133600"/>
            <a:ext cx="2844800" cy="5334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entrenador/a (PNG sense fons)</a:t>
            </a:r>
            <a:endParaRPr lang="en-US" sz="1200" dirty="0"/>
          </a:p>
        </p:txBody>
      </p:sp>
      <p:pic>
        <p:nvPicPr>
          <p:cNvPr id="4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400" y="762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40" spc="1200" kern="0" dirty="0">
                <a:solidFill>
                  <a:srgbClr val="0A0A0C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RENOVACIÓ</a:t>
            </a:r>
            <a:endParaRPr lang="en-US" sz="3040" dirty="0"/>
          </a:p>
        </p:txBody>
      </p:sp>
      <p:sp>
        <p:nvSpPr>
          <p:cNvPr id="6" name="Text 3"/>
          <p:cNvSpPr/>
          <p:nvPr/>
        </p:nvSpPr>
        <p:spPr>
          <a:xfrm>
            <a:off x="406400" y="1270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TEMPORADA 2026 · 2027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 rot="16200000">
            <a:off x="-1066800" y="4724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300" kern="0" dirty="0">
                <a:solidFill>
                  <a:srgbClr val="8A8A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PLAYBOOK · 26·27</a:t>
            </a:r>
            <a:endParaRPr lang="en-US" sz="1040" dirty="0"/>
          </a:p>
        </p:txBody>
      </p:sp>
      <p:sp>
        <p:nvSpPr>
          <p:cNvPr id="8" name="Text 5"/>
          <p:cNvSpPr/>
          <p:nvPr/>
        </p:nvSpPr>
        <p:spPr>
          <a:xfrm>
            <a:off x="406400" y="73152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0A0A0C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NORA SERRA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406400" y="8128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3A3A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ENTRENADORA · PMBM · PREMINI FEMENÍ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06400" y="9042400"/>
            <a:ext cx="46736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spc="100" kern="0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 GRUP BARNA · EL CERVELL DEL JOC · #somclot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000" y="2133600"/>
            <a:ext cx="2844800" cy="5334000"/>
          </a:xfrm>
          <a:prstGeom prst="rect">
            <a:avLst/>
          </a:prstGeom>
          <a:solidFill>
            <a:srgbClr val="000000">
              <a:alpha val="40000"/>
            </a:srgbClr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524000" y="2133600"/>
            <a:ext cx="2844800" cy="5334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entrenador/a (PNG sense fons)</a:t>
            </a:r>
            <a:endParaRPr lang="en-US" sz="1200" dirty="0"/>
          </a:p>
        </p:txBody>
      </p:sp>
      <p:pic>
        <p:nvPicPr>
          <p:cNvPr id="4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216" y="447040"/>
            <a:ext cx="557784" cy="76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400" y="762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40" spc="12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RENOVACIÓ</a:t>
            </a:r>
            <a:endParaRPr lang="en-US" sz="3040" dirty="0"/>
          </a:p>
        </p:txBody>
      </p:sp>
      <p:sp>
        <p:nvSpPr>
          <p:cNvPr id="6" name="Text 3"/>
          <p:cNvSpPr/>
          <p:nvPr/>
        </p:nvSpPr>
        <p:spPr>
          <a:xfrm>
            <a:off x="406400" y="12700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TEMPORADA 2026 · 2027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 rot="16200000">
            <a:off x="-1066800" y="4724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PLAYBOOK · 2027</a:t>
            </a:r>
            <a:endParaRPr lang="en-US" sz="1040" dirty="0"/>
          </a:p>
        </p:txBody>
      </p:sp>
      <p:sp>
        <p:nvSpPr>
          <p:cNvPr id="8" name="Text 5"/>
          <p:cNvSpPr/>
          <p:nvPr/>
        </p:nvSpPr>
        <p:spPr>
          <a:xfrm>
            <a:off x="406400" y="7213600"/>
            <a:ext cx="46736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JORDI VIVES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406400" y="8026400"/>
            <a:ext cx="46736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COORDINADOR CISTELLA PETITA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06400" y="8382000"/>
            <a:ext cx="4673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40" i="1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CONTINUEM JUNTS</a:t>
            </a:r>
            <a:endParaRPr lang="en-US" sz="22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EE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203200" y="609600"/>
            <a:ext cx="5892800" cy="7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40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ALEGRE</a:t>
            </a:r>
            <a:endParaRPr lang="en-US" sz="22400" dirty="0"/>
          </a:p>
        </p:txBody>
      </p:sp>
      <p:sp>
        <p:nvSpPr>
          <p:cNvPr id="3" name="Shape 1"/>
          <p:cNvSpPr/>
          <p:nvPr/>
        </p:nvSpPr>
        <p:spPr>
          <a:xfrm>
            <a:off x="1270000" y="1270000"/>
            <a:ext cx="3149600" cy="7112000"/>
          </a:xfrm>
          <a:prstGeom prst="rect">
            <a:avLst/>
          </a:prstGeom>
          <a:solidFill>
            <a:srgbClr val="000000">
              <a:alpha val="40000"/>
            </a:srgbClr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270000" y="1270000"/>
            <a:ext cx="3149600" cy="7112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jugador/a (PNG sense fons) DAVANT del cognom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400" y="7213600"/>
            <a:ext cx="3556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880" b="1" dirty="0">
                <a:solidFill>
                  <a:srgbClr val="0A0A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David
Alegre
</a:t>
            </a:r>
            <a:endParaRPr lang="en-US" sz="288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560" b="1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renovació.</a:t>
            </a:r>
            <a:endParaRPr lang="en-US" sz="2880" dirty="0"/>
          </a:p>
        </p:txBody>
      </p:sp>
      <p:sp>
        <p:nvSpPr>
          <p:cNvPr id="6" name="Text 4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555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SÈNIOR B · PRIMERA TERRITORIAL · TEMPORADA 26·27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203200" y="609600"/>
            <a:ext cx="5892800" cy="7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8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MARTÍNEZ</a:t>
            </a:r>
            <a:endParaRPr lang="en-US" sz="20800" dirty="0"/>
          </a:p>
        </p:txBody>
      </p:sp>
      <p:sp>
        <p:nvSpPr>
          <p:cNvPr id="3" name="Shape 1"/>
          <p:cNvSpPr/>
          <p:nvPr/>
        </p:nvSpPr>
        <p:spPr>
          <a:xfrm>
            <a:off x="1270000" y="1270000"/>
            <a:ext cx="3149600" cy="7112000"/>
          </a:xfrm>
          <a:prstGeom prst="rect">
            <a:avLst/>
          </a:prstGeom>
          <a:solidFill>
            <a:srgbClr val="000000">
              <a:alpha val="40000"/>
            </a:srgbClr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270000" y="1270000"/>
            <a:ext cx="3149600" cy="7112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jugadora (PNG sense fons) DAVANT del cognom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400" y="7213600"/>
            <a:ext cx="3556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8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Júlia
Martínez
</a:t>
            </a:r>
            <a:endParaRPr lang="en-US" sz="288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560" b="1" dirty="0">
                <a:solidFill>
                  <a:srgbClr val="0A0A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renovació.</a:t>
            </a:r>
            <a:endParaRPr lang="en-US" sz="2880" dirty="0"/>
          </a:p>
        </p:txBody>
      </p:sp>
      <p:sp>
        <p:nvSpPr>
          <p:cNvPr id="6" name="Text 4"/>
          <p:cNvSpPr/>
          <p:nvPr/>
        </p:nvSpPr>
        <p:spPr>
          <a:xfrm>
            <a:off x="406400" y="8991600"/>
            <a:ext cx="467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SÈNIOR B FEMENÍ · TEMPORADA 26·27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800" y="355600"/>
            <a:ext cx="557784" cy="762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6400" y="1524000"/>
            <a:ext cx="467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SUPERCOPA
</a:t>
            </a:r>
            <a:endParaRPr lang="en-US" sz="6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FEMENINA</a:t>
            </a:r>
            <a:endParaRPr lang="en-US" sz="6000" dirty="0"/>
          </a:p>
        </p:txBody>
      </p:sp>
      <p:sp>
        <p:nvSpPr>
          <p:cNvPr id="4" name="Shape 1"/>
          <p:cNvSpPr/>
          <p:nvPr/>
        </p:nvSpPr>
        <p:spPr>
          <a:xfrm>
            <a:off x="1625600" y="3556000"/>
            <a:ext cx="2641600" cy="5080000"/>
          </a:xfrm>
          <a:prstGeom prst="rect">
            <a:avLst/>
          </a:prstGeom>
          <a:solidFill>
            <a:srgbClr val="000000">
              <a:alpha val="40000"/>
            </a:srgbClr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1625600" y="3556000"/>
            <a:ext cx="2641600" cy="5080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jugadora (PNG sense fons)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 rot="16200000">
            <a:off x="-1066800" y="4724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300" kern="0" dirty="0">
                <a:solidFill>
                  <a:srgbClr val="6A6A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GRUP BARNA</a:t>
            </a:r>
            <a:endParaRPr lang="en-US" sz="1040" dirty="0"/>
          </a:p>
        </p:txBody>
      </p:sp>
      <p:sp>
        <p:nvSpPr>
          <p:cNvPr id="7" name="Text 4"/>
          <p:cNvSpPr/>
          <p:nvPr/>
        </p:nvSpPr>
        <p:spPr>
          <a:xfrm>
            <a:off x="2844800" y="6908800"/>
            <a:ext cx="22352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256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LA NOSTRA
FORÇA.
</a:t>
            </a:r>
            <a:endParaRPr lang="en-US" sz="2560" dirty="0"/>
          </a:p>
          <a:p>
            <a:pPr algn="r" indent="0" marL="0">
              <a:lnSpc>
                <a:spcPct val="92000"/>
              </a:lnSpc>
              <a:buNone/>
            </a:pPr>
            <a:r>
              <a:rPr lang="en-US" sz="256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EL NOSTRE</a:t>
            </a:r>
            <a:endParaRPr lang="en-US" sz="2560" dirty="0"/>
          </a:p>
          <a:p>
            <a:pPr algn="r" indent="0" marL="0">
              <a:lnSpc>
                <a:spcPct val="92000"/>
              </a:lnSpc>
              <a:buNone/>
            </a:pPr>
            <a:r>
              <a:rPr lang="en-US" sz="256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ORIGEN.</a:t>
            </a:r>
            <a:endParaRPr lang="en-US" sz="2560" dirty="0"/>
          </a:p>
        </p:txBody>
      </p:sp>
      <p:sp>
        <p:nvSpPr>
          <p:cNvPr id="8" name="Text 5"/>
          <p:cNvSpPr/>
          <p:nvPr/>
        </p:nvSpPr>
        <p:spPr>
          <a:xfrm>
            <a:off x="406400" y="9042400"/>
            <a:ext cx="4673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spc="6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TEMPORADA 2026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2026-07-24T11:48:43Z</dcterms:created>
  <dcterms:modified xsi:type="dcterms:W3CDTF">2026-07-24T11:48:43Z</dcterms:modified>
</cp:coreProperties>
</file>