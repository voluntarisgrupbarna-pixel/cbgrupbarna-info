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5486400" cy="6858000"/>
  <p:notesSz cx="6858000" cy="548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2720" y="172720"/>
            <a:ext cx="5140960" cy="6512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7387" y="355600"/>
            <a:ext cx="483413" cy="66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55600" y="4064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TRÍADA INVISIBLE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5600" y="7620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3"/>
          <p:cNvSpPr/>
          <p:nvPr/>
        </p:nvSpPr>
        <p:spPr>
          <a:xfrm>
            <a:off x="4470400" y="355600"/>
            <a:ext cx="304800" cy="254000"/>
          </a:xfrm>
          <a:prstGeom prst="rect">
            <a:avLst/>
          </a:prstGeom>
          <a:solidFill>
            <a:srgbClr val="2222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1/6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355600" y="1676400"/>
            <a:ext cx="3556000" cy="284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84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PER QUÈ
ALGUNES
JUGADORES
</a:t>
            </a:r>
            <a:endParaRPr lang="en-US" sz="38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84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ES LESIONEN MÉS?</a:t>
            </a:r>
            <a:endParaRPr lang="en-US" sz="3840" dirty="0"/>
          </a:p>
        </p:txBody>
      </p:sp>
      <p:sp>
        <p:nvSpPr>
          <p:cNvPr id="8" name="Shape 5"/>
          <p:cNvSpPr/>
          <p:nvPr/>
        </p:nvSpPr>
        <p:spPr>
          <a:xfrm>
            <a:off x="355600" y="45720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355600" y="4775200"/>
            <a:ext cx="31496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 gairebé ningú es pregunta per què.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55600" y="5842000"/>
            <a:ext cx="4775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80" spc="100" kern="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LA RESPOSTA ÉS A L'ÚLTIMA DIAPOSITIVA </a:t>
            </a:r>
            <a:pPr algn="l" indent="0" marL="0">
              <a:buNone/>
            </a:pPr>
            <a:r>
              <a:rPr lang="en-US" sz="1840" b="1" spc="1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0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72720" y="172720"/>
            <a:ext cx="5140960" cy="6512560"/>
          </a:xfrm>
          <a:prstGeom prst="rect">
            <a:avLst/>
          </a:prstGeom>
          <a:ln w="38100">
            <a:solidFill>
              <a:srgbClr val="E31E24"/>
            </a:solidFill>
            <a:prstDash val="solid"/>
          </a:ln>
        </p:spPr>
      </p:sp>
      <p:pic>
        <p:nvPicPr>
          <p:cNvPr id="3" name="Image 0" descr="img/esc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7387" y="355600"/>
            <a:ext cx="483413" cy="660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55600" y="406400"/>
            <a:ext cx="304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B9BB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TRÍADA INVISIBLE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5600" y="7620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6" name="Text 3"/>
          <p:cNvSpPr/>
          <p:nvPr/>
        </p:nvSpPr>
        <p:spPr>
          <a:xfrm>
            <a:off x="4470400" y="355600"/>
            <a:ext cx="304800" cy="254000"/>
          </a:xfrm>
          <a:prstGeom prst="rect">
            <a:avLst/>
          </a:prstGeom>
          <a:solidFill>
            <a:srgbClr val="2222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2/6</a:t>
            </a:r>
            <a:endParaRPr lang="en-US" sz="1040" dirty="0"/>
          </a:p>
        </p:txBody>
      </p:sp>
      <p:sp>
        <p:nvSpPr>
          <p:cNvPr id="7" name="Text 4"/>
          <p:cNvSpPr/>
          <p:nvPr/>
        </p:nvSpPr>
        <p:spPr>
          <a:xfrm>
            <a:off x="355600" y="1524000"/>
            <a:ext cx="4775200" cy="162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680" dirty="0">
                <a:solidFill>
                  <a:srgbClr val="FFFFF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EL TITULAR
</a:t>
            </a:r>
            <a:endParaRPr lang="en-US" sz="368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68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DE LA IDEA</a:t>
            </a:r>
            <a:endParaRPr lang="en-US" sz="3680" dirty="0"/>
          </a:p>
        </p:txBody>
      </p:sp>
      <p:sp>
        <p:nvSpPr>
          <p:cNvPr id="8" name="Shape 5"/>
          <p:cNvSpPr/>
          <p:nvPr/>
        </p:nvSpPr>
        <p:spPr>
          <a:xfrm>
            <a:off x="355600" y="3251200"/>
            <a:ext cx="457200" cy="50800"/>
          </a:xfrm>
          <a:prstGeom prst="rect">
            <a:avLst/>
          </a:prstGeom>
          <a:solidFill>
            <a:srgbClr val="E31E24"/>
          </a:solidFill>
          <a:ln/>
        </p:spPr>
      </p:sp>
      <p:sp>
        <p:nvSpPr>
          <p:cNvPr id="9" name="Text 6"/>
          <p:cNvSpPr/>
          <p:nvPr/>
        </p:nvSpPr>
        <p:spPr>
          <a:xfrm>
            <a:off x="355600" y="3505200"/>
            <a:ext cx="4775200" cy="213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 de text del punt: una idea per diapositiva, curta i clara. Aquí desenvolupes l'argument sense competir amb el titular. Acaba amb ganxo per passar a la següent.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355600" y="5943600"/>
            <a:ext cx="477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20" dirty="0">
                <a:solidFill>
                  <a:srgbClr val="E31E24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CONTINUA </a:t>
            </a:r>
            <a:pPr algn="l" indent="0" marL="0">
              <a:buNone/>
            </a:pPr>
            <a:r>
              <a:rPr lang="en-US" sz="1680" b="1" dirty="0">
                <a:solidFill>
                  <a:srgbClr val="E31E2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2026-07-24T11:44:11Z</dcterms:created>
  <dcterms:modified xsi:type="dcterms:W3CDTF">2026-07-24T11:44:11Z</dcterms:modified>
</cp:coreProperties>
</file>